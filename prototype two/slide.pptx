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6CC"/>
    <a:srgbClr val="CFF3ED"/>
    <a:srgbClr val="F7C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2EDD0-2445-4097-B586-BACBCCB69C35}" v="16" dt="2025-10-29T18:21:2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BF5C-4D9A-6302-DED1-4909BA60A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33451-B181-2F22-64D2-ACFE5EAE9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653E0-BA89-535B-1D7C-F28972EC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075E8-E9AB-9770-586C-309E3933E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9AEBD-1213-19EA-64A4-7B81883D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1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8E39-8B9C-1AEE-5269-EA5BB42E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E343-7B6B-079D-27E7-D84F6C93D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AE8A9-475A-AA89-76F0-5FF64D56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58F01-8ABC-5955-509A-A06A383C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868E-AE26-75A4-C6C5-2478E318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4BAC-F388-4F92-9C35-69DE5ECD8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3507B-628F-AAB7-047A-00F18E63F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24622-7576-C38A-ED8E-738CF2EB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3DC2-4B00-C429-DC9A-7BBC710A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7744E-06C0-D926-5663-682BCB64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7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3F57-FFB2-5ADF-B17D-D40BDE9C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971E-79EC-7F4B-7561-0B674A162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1AE7A-44C1-C52D-ED9C-37A49971F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0B3E3-17BB-2087-FBC4-3C3F1931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32855-241F-276C-8164-6D4AE80E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FBE27-E809-B31E-CE6D-102F3ED4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0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F102-7126-1F07-BD75-620FDD8C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E99C3-BD28-E1D5-200F-AEEA820DE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2DB50-990D-F47B-B8DE-1604F9A69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72D31-87A5-F69B-B582-40855C281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45677-D212-1FAE-C9FD-BD95543ED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94E82-3FDB-3002-1138-A10A6C13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112C1-696B-B5DF-23F5-90F6559B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88BD68-B8E9-D740-9484-EB2763CD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36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6940-BE7C-CF92-5533-8E54C2A1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0319A-9AF8-1DB6-06B5-D9F33FA7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65EA9-5A47-CA01-5BC6-19F4CF22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6878B-DA61-A126-A33A-A436B6F8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FA905-DEF7-2FB5-B579-3D409281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91140-9BA6-DEDD-77EA-AF2174FA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C3F87-9890-A909-24B3-4B2B3360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7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9E7D-0EF7-614F-F043-7CB03B28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E42D7-C405-5FBC-78CE-8C1DA4B38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FAEF7-B378-160E-F523-7A71D4154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53348-875D-68E9-4143-316D59DA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68839-79EF-E577-C0EA-B5086E25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EF03D-7A8C-7A8A-4695-E7DC8DD5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0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30A9-0736-7D1B-5774-4777F60C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A32BD-ACB6-1452-4E34-B8330DAE9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15F1B-6BEF-A07A-20D0-067381751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B2205-3CEB-886B-DBAE-D6246C80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920A-9CAB-3346-2672-EDB4CB31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BA17F-4261-A2D3-0590-CE63B574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8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74D7-DEC8-0F37-952E-2621775B2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1D909-0434-A6DE-DA6E-6975D96F8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32D6-B26D-9F72-C323-943DBA6C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094AB-054F-3DED-E240-892CD731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B9C07-E9E0-43E3-69C5-86E5EE77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23BD1D-8E0B-1713-C9F3-EA1166360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F4251-2038-70E4-680F-840C9B968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28155-0ABD-5A74-E5BD-302FEA18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36A2F-8EB9-1A13-262B-D0EB3E05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2D84F-26A8-417D-3E85-922EB799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9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2BB1A-62A0-24CE-DA3D-D1AA3F3A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885B2-0874-415F-75F3-1A41A3C83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1DC9-BEBB-EB00-EC47-43F9F50041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7354D-CCB1-4D0B-A2E4-D85A4971B7B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38F6F-DC0D-E889-A24F-8D961EB30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E074-1169-1006-4451-A51A18CB1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017C4-715D-4414-B790-1E31D19D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76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2ED5-8A5F-8949-FFD5-29433AB657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33F24-6A2E-7131-89A7-4CCDDCF74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0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7C932B-EA72-57FE-9D32-907D457B9094}"/>
              </a:ext>
            </a:extLst>
          </p:cNvPr>
          <p:cNvSpPr/>
          <p:nvPr/>
        </p:nvSpPr>
        <p:spPr>
          <a:xfrm>
            <a:off x="579354" y="2610473"/>
            <a:ext cx="2011877" cy="161071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97DED-6F5C-DDF0-E4F4-D2CD383024E0}"/>
              </a:ext>
            </a:extLst>
          </p:cNvPr>
          <p:cNvSpPr txBox="1"/>
          <p:nvPr/>
        </p:nvSpPr>
        <p:spPr>
          <a:xfrm>
            <a:off x="803085" y="2776011"/>
            <a:ext cx="1564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Import the Video and Parse the Inputs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BBAF47-C305-0F10-1F4B-27F55C0E241F}"/>
              </a:ext>
            </a:extLst>
          </p:cNvPr>
          <p:cNvSpPr/>
          <p:nvPr/>
        </p:nvSpPr>
        <p:spPr>
          <a:xfrm>
            <a:off x="2890998" y="2623644"/>
            <a:ext cx="2011877" cy="16107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9E1C3-9375-B0D2-7E44-C85241601D1E}"/>
              </a:ext>
            </a:extLst>
          </p:cNvPr>
          <p:cNvSpPr txBox="1"/>
          <p:nvPr/>
        </p:nvSpPr>
        <p:spPr>
          <a:xfrm>
            <a:off x="2940159" y="2927681"/>
            <a:ext cx="1938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Perform Marker Detection and Save Test Crop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56F305-5845-2B77-BEE2-2215B97FE57E}"/>
              </a:ext>
            </a:extLst>
          </p:cNvPr>
          <p:cNvSpPr/>
          <p:nvPr/>
        </p:nvSpPr>
        <p:spPr>
          <a:xfrm>
            <a:off x="5202642" y="1805118"/>
            <a:ext cx="2011877" cy="16107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62FD5-D5E2-6AF6-FA6A-AAC7D34D025C}"/>
              </a:ext>
            </a:extLst>
          </p:cNvPr>
          <p:cNvSpPr txBox="1"/>
          <p:nvPr/>
        </p:nvSpPr>
        <p:spPr>
          <a:xfrm>
            <a:off x="5239334" y="2109155"/>
            <a:ext cx="19384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Crop and Process Dye Flow Images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AE5EFBF-4F41-0327-FC2D-A9660BF45EF8}"/>
              </a:ext>
            </a:extLst>
          </p:cNvPr>
          <p:cNvSpPr/>
          <p:nvPr/>
        </p:nvSpPr>
        <p:spPr>
          <a:xfrm>
            <a:off x="6358464" y="3514674"/>
            <a:ext cx="2011877" cy="16107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EA1F1-07D1-9D90-8167-E50B94404D60}"/>
              </a:ext>
            </a:extLst>
          </p:cNvPr>
          <p:cNvSpPr txBox="1"/>
          <p:nvPr/>
        </p:nvSpPr>
        <p:spPr>
          <a:xfrm>
            <a:off x="6465197" y="3719597"/>
            <a:ext cx="1798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Crop, Process, and Run OCR on Flow Rate Digits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874018-438F-E195-07CD-FC68A8D4D403}"/>
              </a:ext>
            </a:extLst>
          </p:cNvPr>
          <p:cNvSpPr/>
          <p:nvPr/>
        </p:nvSpPr>
        <p:spPr>
          <a:xfrm>
            <a:off x="7514286" y="1805118"/>
            <a:ext cx="2011877" cy="161071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63A37-D46B-7AC9-59AA-8661F09038D3}"/>
              </a:ext>
            </a:extLst>
          </p:cNvPr>
          <p:cNvSpPr txBox="1"/>
          <p:nvPr/>
        </p:nvSpPr>
        <p:spPr>
          <a:xfrm>
            <a:off x="7621020" y="2010308"/>
            <a:ext cx="1798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Interpret a Velocity Field Using Two Frames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926D4C-CE8B-568D-B1A3-272CFCCEBE8B}"/>
              </a:ext>
            </a:extLst>
          </p:cNvPr>
          <p:cNvSpPr/>
          <p:nvPr/>
        </p:nvSpPr>
        <p:spPr>
          <a:xfrm>
            <a:off x="9825930" y="2610473"/>
            <a:ext cx="2011877" cy="1610711"/>
          </a:xfrm>
          <a:prstGeom prst="roundRect">
            <a:avLst/>
          </a:prstGeom>
          <a:solidFill>
            <a:srgbClr val="F7CCC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4ACE6E-4037-E110-F649-559A745E86D9}"/>
              </a:ext>
            </a:extLst>
          </p:cNvPr>
          <p:cNvSpPr txBox="1"/>
          <p:nvPr/>
        </p:nvSpPr>
        <p:spPr>
          <a:xfrm>
            <a:off x="9932663" y="3092393"/>
            <a:ext cx="1798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Save All of the Data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F0FC9F-FAC1-15BC-7DD1-0D77DC94D0DD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91231" y="3415829"/>
            <a:ext cx="299767" cy="131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CF3F30-44BE-A470-7167-EDEA257EFAD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4902875" y="2610474"/>
            <a:ext cx="299767" cy="8185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B5DF57-3F55-10E0-4369-9D44F8BDC74B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902875" y="3429000"/>
            <a:ext cx="1455589" cy="8910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C647CA-697E-E871-2633-BC937321983E}"/>
              </a:ext>
            </a:extLst>
          </p:cNvPr>
          <p:cNvCxnSpPr>
            <a:cxnSpLocks/>
            <a:stCxn id="18" idx="3"/>
            <a:endCxn id="26" idx="1"/>
          </p:cNvCxnSpPr>
          <p:nvPr/>
        </p:nvCxnSpPr>
        <p:spPr>
          <a:xfrm flipV="1">
            <a:off x="8370341" y="3415829"/>
            <a:ext cx="1455589" cy="9042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975892-B128-E94E-585B-9AE78E293408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9526163" y="2610474"/>
            <a:ext cx="299767" cy="8053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0E2DA4-371A-525A-A885-671F9E709F05}"/>
              </a:ext>
            </a:extLst>
          </p:cNvPr>
          <p:cNvCxnSpPr>
            <a:cxnSpLocks/>
            <a:stCxn id="12" idx="3"/>
            <a:endCxn id="22" idx="1"/>
          </p:cNvCxnSpPr>
          <p:nvPr/>
        </p:nvCxnSpPr>
        <p:spPr>
          <a:xfrm>
            <a:off x="7214519" y="2610474"/>
            <a:ext cx="29976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5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43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Kelly, Alexander</dc:creator>
  <cp:lastModifiedBy>Kelly, Alexander</cp:lastModifiedBy>
  <cp:revision>2</cp:revision>
  <dcterms:created xsi:type="dcterms:W3CDTF">2025-10-29T17:11:28Z</dcterms:created>
  <dcterms:modified xsi:type="dcterms:W3CDTF">2025-12-09T02:39:30Z</dcterms:modified>
</cp:coreProperties>
</file>